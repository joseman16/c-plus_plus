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38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7540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995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9477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6722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8658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6131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2041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4082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926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562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F7C6371-5536-41CF-8A0D-8DF85F213B55}" type="datetimeFigureOut">
              <a:rPr lang="es-EC" smtClean="0"/>
              <a:t>5/7/2026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7B60FA-8F52-4049-82AB-4DBF1E0BA183}" type="slidenum">
              <a:rPr lang="es-EC" smtClean="0"/>
              <a:t>‹Nº›</a:t>
            </a:fld>
            <a:endParaRPr lang="es-EC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08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AB809-9602-B691-2BC8-5F0B6940B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MODULO 2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E7D909-E0D9-1DEB-5A4E-A9E11C005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Variables y tipos de datos           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8218415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F8D53-AF89-A3E8-21A0-85375464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¿Qué es una variable?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0D6B95-FCDF-F70A-3546-A9FC5C62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38400"/>
            <a:ext cx="4249420" cy="3430694"/>
          </a:xfrm>
        </p:spPr>
        <p:txBody>
          <a:bodyPr>
            <a:normAutofit/>
          </a:bodyPr>
          <a:lstStyle/>
          <a:p>
            <a:r>
              <a:rPr lang="es-ES" sz="2800" dirty="0"/>
              <a:t>Una variable es un espacio o contenedor en la memoria física o virtual de una computadora que guarda diferentes clases de información (valores) mientras se ejecuta un programa.</a:t>
            </a:r>
            <a:endParaRPr lang="es-EC" sz="2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804E88D-215A-39C7-C445-6DEA540D7169}"/>
              </a:ext>
            </a:extLst>
          </p:cNvPr>
          <p:cNvSpPr/>
          <p:nvPr/>
        </p:nvSpPr>
        <p:spPr>
          <a:xfrm>
            <a:off x="6096000" y="3213100"/>
            <a:ext cx="1333500" cy="1143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Nombre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8629260-BFD4-E388-8073-1D4702F0608A}"/>
              </a:ext>
            </a:extLst>
          </p:cNvPr>
          <p:cNvSpPr/>
          <p:nvPr/>
        </p:nvSpPr>
        <p:spPr>
          <a:xfrm>
            <a:off x="8382000" y="3429000"/>
            <a:ext cx="876300" cy="800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VALOR (x)</a:t>
            </a:r>
            <a:endParaRPr lang="es-EC" dirty="0"/>
          </a:p>
        </p:txBody>
      </p:sp>
      <p:sp>
        <p:nvSpPr>
          <p:cNvPr id="6" name="Es igual a 5">
            <a:extLst>
              <a:ext uri="{FF2B5EF4-FFF2-40B4-BE49-F238E27FC236}">
                <a16:creationId xmlns:a16="http://schemas.microsoft.com/office/drawing/2014/main" id="{F70468EA-905E-5CA5-1976-A2EFB4322AD7}"/>
              </a:ext>
            </a:extLst>
          </p:cNvPr>
          <p:cNvSpPr/>
          <p:nvPr/>
        </p:nvSpPr>
        <p:spPr>
          <a:xfrm>
            <a:off x="7480300" y="3594947"/>
            <a:ext cx="850900" cy="558800"/>
          </a:xfrm>
          <a:prstGeom prst="mathEqual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992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EAC58-1A9A-D421-67A4-558CC5A8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¿Qué es una constante?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6FFDE9-D11F-DAC5-2D1E-6CFF3F5F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191175"/>
            <a:ext cx="4754880" cy="2929466"/>
          </a:xfrm>
        </p:spPr>
        <p:txBody>
          <a:bodyPr>
            <a:normAutofit/>
          </a:bodyPr>
          <a:lstStyle/>
          <a:p>
            <a:r>
              <a:rPr lang="es-ES" sz="2800" dirty="0"/>
              <a:t>Un dato cuyo valor permanece fijo durante la ejecución del programa se conoce como constante. Por ende, como su nombre lo sugiere, es invariable su valor.</a:t>
            </a:r>
            <a:endParaRPr lang="es-EC" sz="2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472347-270C-62FE-47E9-100434DD55F3}"/>
              </a:ext>
            </a:extLst>
          </p:cNvPr>
          <p:cNvSpPr/>
          <p:nvPr/>
        </p:nvSpPr>
        <p:spPr>
          <a:xfrm>
            <a:off x="1435100" y="2921000"/>
            <a:ext cx="1143000" cy="1016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PI</a:t>
            </a:r>
            <a:endParaRPr lang="es-EC" dirty="0"/>
          </a:p>
        </p:txBody>
      </p:sp>
      <p:sp>
        <p:nvSpPr>
          <p:cNvPr id="6" name="Es igual a 5">
            <a:extLst>
              <a:ext uri="{FF2B5EF4-FFF2-40B4-BE49-F238E27FC236}">
                <a16:creationId xmlns:a16="http://schemas.microsoft.com/office/drawing/2014/main" id="{FD552E17-4374-96CE-CFA0-7DDF59BD5FD6}"/>
              </a:ext>
            </a:extLst>
          </p:cNvPr>
          <p:cNvSpPr/>
          <p:nvPr/>
        </p:nvSpPr>
        <p:spPr>
          <a:xfrm>
            <a:off x="2667000" y="3252047"/>
            <a:ext cx="850900" cy="558800"/>
          </a:xfrm>
          <a:prstGeom prst="mathEqual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0EF923-CAA6-3909-D4C4-C66DE44257EA}"/>
              </a:ext>
            </a:extLst>
          </p:cNvPr>
          <p:cNvSpPr txBox="1"/>
          <p:nvPr/>
        </p:nvSpPr>
        <p:spPr>
          <a:xfrm>
            <a:off x="3606800" y="3080353"/>
            <a:ext cx="2120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/>
              <a:t>3.1416</a:t>
            </a:r>
            <a:endParaRPr lang="es-EC" sz="4400" dirty="0"/>
          </a:p>
        </p:txBody>
      </p:sp>
    </p:spTree>
    <p:extLst>
      <p:ext uri="{BB962C8B-B14F-4D97-AF65-F5344CB8AC3E}">
        <p14:creationId xmlns:p14="http://schemas.microsoft.com/office/powerpoint/2010/main" val="24229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62560-55FF-43E5-6583-5979FEA1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Tipos de datos primitivos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146EA9-A603-E4B4-4CC1-C816A5BDA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En C++, existen ciertas clases de datos primitivos que son tipos de datos integrados y que el usuario tiene la posibilidad de emplear directamente para declarar variables: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Entero (int)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Caracteres (char)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Booleano (bool)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Real o decimales (float o double)</a:t>
            </a:r>
          </a:p>
        </p:txBody>
      </p:sp>
    </p:spTree>
    <p:extLst>
      <p:ext uri="{BB962C8B-B14F-4D97-AF65-F5344CB8AC3E}">
        <p14:creationId xmlns:p14="http://schemas.microsoft.com/office/powerpoint/2010/main" val="240878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ED8AB-0C56-8CC0-56F6-51847C29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Termina el video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D8730-4652-08FA-3C2D-1C5393D53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GRACIAS</a:t>
            </a:r>
            <a:r>
              <a:rPr lang="es-EC" dirty="0"/>
              <a:t>!!!</a:t>
            </a:r>
            <a:endParaRPr lang="es-ES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07691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</TotalTime>
  <Words>145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Retrospección</vt:lpstr>
      <vt:lpstr>MODULO 2</vt:lpstr>
      <vt:lpstr>¿Qué es una variable?</vt:lpstr>
      <vt:lpstr>¿Qué es una constante?</vt:lpstr>
      <vt:lpstr>Tipos de datos primitivos</vt:lpstr>
      <vt:lpstr>Termina el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MANUEL  LEON CARRERA</dc:creator>
  <cp:lastModifiedBy>JOSE MANUEL  LEON CARRERA</cp:lastModifiedBy>
  <cp:revision>2</cp:revision>
  <dcterms:created xsi:type="dcterms:W3CDTF">2026-07-05T07:25:31Z</dcterms:created>
  <dcterms:modified xsi:type="dcterms:W3CDTF">2026-07-05T08:07:41Z</dcterms:modified>
</cp:coreProperties>
</file>